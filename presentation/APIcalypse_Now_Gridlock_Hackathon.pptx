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Gridlock Hackathon 2.0</a:t>
            </a:r>
          </a:p>
          <a:p>
            <a:pPr>
              <a:defRPr sz="2000">
                <a:solidFill>
                  <a:srgbClr val="DBEAFE"/>
                </a:solidFill>
              </a:defRPr>
            </a:pPr>
            <a:r>
              <a:t>Traffic demand prediction for Bengaluru mobility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886200"/>
            <a:ext cx="21945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APIcalypse Now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3886200"/>
            <a:ext cx="21945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t>88.93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Best public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3886200"/>
            <a:ext cx="21945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0.927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Local R2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3886200"/>
            <a:ext cx="21945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Time-aware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Forecast normalized demand for future day-49 traffic slots.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Traffic pressure varies by location, road type, time, and same-day conditions.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Accurate demand estimates can support routing, monitoring, and planning decisions.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The competition metric rewards explaining variance, so high-demand hotspots must be captured correctly.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77,299 train rows and 41,778 test rows.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Train columns include geohash, day, timestamp, demand, road attributes, temperature, and weather.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Target demand is continuous in [0, 1] with a long right tail.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Missing values appear in RoadType, Temperature, and Weather and are handled with robust group fallbacks.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Critical Split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dataset is a forecasting split, not a random tabular split.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Day 48 contains a complete 24-hour pattern.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Day 49 train labels cover only 00:00 to 02:00.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Test asks for future day-49 timestamps from 02:15 to 13:45.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Random validation would overstate performance; chronological validation is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EDA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Road context and location dominate target variance.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Highways and high-lane roads carry much higher demand than residential roads.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Geohash-hour averages are strong but exact geohash-minute lag can be noisy.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Weather has weaker direct impact than road/location priors.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Known early day49 labels reveal same-day calibration shift.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final model uses structured traffic priors.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Temporal: minute, hour, slot, cyclic time features.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Lag: day48 same geohash/time demand and geohash-hour demand.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Road context: RoadType, NumberofLanes, LargeVehicles group means.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Calibration: smoothed day49 residuals with horizon decay.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Validation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We mimic the public task with forward-time holdouts.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Hold out later known day49 timestamps.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Fit road/geohash priors from day48 and available train records.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Calibrate only on earlier day49 records.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Track R2, RMSE, and MAE; use rolling cutoffs to reduce single-split bias.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Road/geohash blend beat the pure lag baseline.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Calibrated daily lag: strong first baseline, but over-sensitive to exact slots.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Tuned blend: improved with geohash-hour and road priors.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Final family: road-context-heavy geohash blend with persistent calibration.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Predictions clipped to [0, 1] for valid submission range.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Public feedback guided the final family.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Calibrated daily lag validation R2: 0.840.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Tuned blend validation R2: 0.917.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Rolling road/geohash validation R2: 0.927.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Best observed public score: 88.92648.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Path toward a stronger private 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Train LightGBM/CatBoost residual models on the engineered prediction features.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Add geohash-neighborhood spatial smoothing.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Use leaderboard feedback to constrain blend optimization.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Model timestamp-block residual drift separately for longer horizons.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robust forecasting approach for Bengaluru demand hotspots.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4754880"/>
          </a:xfrm>
          <a:prstGeom prst="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Traffic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7863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The final solution is reproducible and competition-ready.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The key win was recognizing and exploiting the chronological split safely.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Road context plus geohash-hour priors outperformed exact-lag-only models.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The package includes notebook, source code, docs, deck, and submission 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APIcalypse Now | Gridlock Hackathon 2.0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